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56A5B-F17D-4848-BA2E-5917162B3434}" v="19" dt="2024-07-06T01:52:54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kutty shoby" userId="47baa3bbc6fc3666" providerId="LiveId" clId="{7C156A5B-F17D-4848-BA2E-5917162B3434}"/>
    <pc:docChg chg="custSel addSld delSld modSld">
      <pc:chgData name="josekutty shoby" userId="47baa3bbc6fc3666" providerId="LiveId" clId="{7C156A5B-F17D-4848-BA2E-5917162B3434}" dt="2024-07-06T01:52:54.571" v="385"/>
      <pc:docMkLst>
        <pc:docMk/>
      </pc:docMkLst>
      <pc:sldChg chg="modSp mod modTransition">
        <pc:chgData name="josekutty shoby" userId="47baa3bbc6fc3666" providerId="LiveId" clId="{7C156A5B-F17D-4848-BA2E-5917162B3434}" dt="2024-07-06T01:52:54.571" v="385"/>
        <pc:sldMkLst>
          <pc:docMk/>
          <pc:sldMk cId="2246010544" sldId="256"/>
        </pc:sldMkLst>
        <pc:spChg chg="mod">
          <ac:chgData name="josekutty shoby" userId="47baa3bbc6fc3666" providerId="LiveId" clId="{7C156A5B-F17D-4848-BA2E-5917162B3434}" dt="2024-07-04T08:09:12.657" v="43" actId="404"/>
          <ac:spMkLst>
            <pc:docMk/>
            <pc:sldMk cId="2246010544" sldId="256"/>
            <ac:spMk id="2" creationId="{24C65590-ACF7-F1C4-B3E5-C5279D1B7594}"/>
          </ac:spMkLst>
        </pc:spChg>
        <pc:spChg chg="mod">
          <ac:chgData name="josekutty shoby" userId="47baa3bbc6fc3666" providerId="LiveId" clId="{7C156A5B-F17D-4848-BA2E-5917162B3434}" dt="2024-07-04T08:07:18.685" v="7"/>
          <ac:spMkLst>
            <pc:docMk/>
            <pc:sldMk cId="2246010544" sldId="256"/>
            <ac:spMk id="3" creationId="{B6C8EB6F-F7BA-8CD8-B69D-44F3E929BFAE}"/>
          </ac:spMkLst>
        </pc:spChg>
      </pc:sldChg>
      <pc:sldChg chg="modSp mod">
        <pc:chgData name="josekutty shoby" userId="47baa3bbc6fc3666" providerId="LiveId" clId="{7C156A5B-F17D-4848-BA2E-5917162B3434}" dt="2024-07-04T08:07:34.386" v="14" actId="115"/>
        <pc:sldMkLst>
          <pc:docMk/>
          <pc:sldMk cId="3227121551" sldId="257"/>
        </pc:sldMkLst>
        <pc:spChg chg="mod">
          <ac:chgData name="josekutty shoby" userId="47baa3bbc6fc3666" providerId="LiveId" clId="{7C156A5B-F17D-4848-BA2E-5917162B3434}" dt="2024-07-04T08:07:34.386" v="14" actId="115"/>
          <ac:spMkLst>
            <pc:docMk/>
            <pc:sldMk cId="3227121551" sldId="257"/>
            <ac:spMk id="2" creationId="{87DB78F2-1F61-A7DD-6451-48353C867694}"/>
          </ac:spMkLst>
        </pc:spChg>
        <pc:spChg chg="mod">
          <ac:chgData name="josekutty shoby" userId="47baa3bbc6fc3666" providerId="LiveId" clId="{7C156A5B-F17D-4848-BA2E-5917162B3434}" dt="2024-07-04T08:07:18.685" v="7"/>
          <ac:spMkLst>
            <pc:docMk/>
            <pc:sldMk cId="3227121551" sldId="257"/>
            <ac:spMk id="3" creationId="{CAB96B04-CA58-EBCE-51B7-076669365F1A}"/>
          </ac:spMkLst>
        </pc:spChg>
      </pc:sldChg>
      <pc:sldChg chg="modSp mod">
        <pc:chgData name="josekutty shoby" userId="47baa3bbc6fc3666" providerId="LiveId" clId="{7C156A5B-F17D-4848-BA2E-5917162B3434}" dt="2024-07-04T08:26:39.536" v="124" actId="113"/>
        <pc:sldMkLst>
          <pc:docMk/>
          <pc:sldMk cId="2825128352" sldId="258"/>
        </pc:sldMkLst>
        <pc:spChg chg="mod">
          <ac:chgData name="josekutty shoby" userId="47baa3bbc6fc3666" providerId="LiveId" clId="{7C156A5B-F17D-4848-BA2E-5917162B3434}" dt="2024-07-04T08:26:39.536" v="124" actId="113"/>
          <ac:spMkLst>
            <pc:docMk/>
            <pc:sldMk cId="2825128352" sldId="258"/>
            <ac:spMk id="2" creationId="{8C3FEC4B-6988-EDBC-3984-5C011C52E06E}"/>
          </ac:spMkLst>
        </pc:spChg>
        <pc:spChg chg="mod">
          <ac:chgData name="josekutty shoby" userId="47baa3bbc6fc3666" providerId="LiveId" clId="{7C156A5B-F17D-4848-BA2E-5917162B3434}" dt="2024-07-04T08:07:18.685" v="7"/>
          <ac:spMkLst>
            <pc:docMk/>
            <pc:sldMk cId="2825128352" sldId="258"/>
            <ac:spMk id="3" creationId="{55BA6874-8659-6698-14B2-7D2A9B26CE6B}"/>
          </ac:spMkLst>
        </pc:spChg>
      </pc:sldChg>
      <pc:sldChg chg="modSp new mod">
        <pc:chgData name="josekutty shoby" userId="47baa3bbc6fc3666" providerId="LiveId" clId="{7C156A5B-F17D-4848-BA2E-5917162B3434}" dt="2024-07-04T08:27:06.473" v="125" actId="113"/>
        <pc:sldMkLst>
          <pc:docMk/>
          <pc:sldMk cId="3168591052" sldId="259"/>
        </pc:sldMkLst>
        <pc:spChg chg="mod">
          <ac:chgData name="josekutty shoby" userId="47baa3bbc6fc3666" providerId="LiveId" clId="{7C156A5B-F17D-4848-BA2E-5917162B3434}" dt="2024-07-04T08:27:06.473" v="125" actId="113"/>
          <ac:spMkLst>
            <pc:docMk/>
            <pc:sldMk cId="3168591052" sldId="259"/>
            <ac:spMk id="2" creationId="{B57D2406-6597-29C8-87FA-ECECCFD491C0}"/>
          </ac:spMkLst>
        </pc:spChg>
      </pc:sldChg>
      <pc:sldChg chg="new del">
        <pc:chgData name="josekutty shoby" userId="47baa3bbc6fc3666" providerId="LiveId" clId="{7C156A5B-F17D-4848-BA2E-5917162B3434}" dt="2024-07-04T08:15:40.632" v="45" actId="2696"/>
        <pc:sldMkLst>
          <pc:docMk/>
          <pc:sldMk cId="3412309751" sldId="259"/>
        </pc:sldMkLst>
      </pc:sldChg>
      <pc:sldChg chg="modSp new mod">
        <pc:chgData name="josekutty shoby" userId="47baa3bbc6fc3666" providerId="LiveId" clId="{7C156A5B-F17D-4848-BA2E-5917162B3434}" dt="2024-07-04T08:27:17.886" v="126" actId="113"/>
        <pc:sldMkLst>
          <pc:docMk/>
          <pc:sldMk cId="1575640545" sldId="260"/>
        </pc:sldMkLst>
        <pc:spChg chg="mod">
          <ac:chgData name="josekutty shoby" userId="47baa3bbc6fc3666" providerId="LiveId" clId="{7C156A5B-F17D-4848-BA2E-5917162B3434}" dt="2024-07-04T08:27:17.886" v="126" actId="113"/>
          <ac:spMkLst>
            <pc:docMk/>
            <pc:sldMk cId="1575640545" sldId="260"/>
            <ac:spMk id="2" creationId="{8160F390-7C0B-F214-7EC9-7EF89C4B1B44}"/>
          </ac:spMkLst>
        </pc:spChg>
      </pc:sldChg>
      <pc:sldChg chg="addSp delSp modSp new mod">
        <pc:chgData name="josekutty shoby" userId="47baa3bbc6fc3666" providerId="LiveId" clId="{7C156A5B-F17D-4848-BA2E-5917162B3434}" dt="2024-07-04T08:30:56.724" v="164" actId="14100"/>
        <pc:sldMkLst>
          <pc:docMk/>
          <pc:sldMk cId="3703243122" sldId="261"/>
        </pc:sldMkLst>
        <pc:spChg chg="mod">
          <ac:chgData name="josekutty shoby" userId="47baa3bbc6fc3666" providerId="LiveId" clId="{7C156A5B-F17D-4848-BA2E-5917162B3434}" dt="2024-07-04T08:30:03.436" v="157" actId="20577"/>
          <ac:spMkLst>
            <pc:docMk/>
            <pc:sldMk cId="3703243122" sldId="261"/>
            <ac:spMk id="2" creationId="{6477821A-379F-2C3D-1E89-725E187099BA}"/>
          </ac:spMkLst>
        </pc:spChg>
        <pc:spChg chg="del">
          <ac:chgData name="josekutty shoby" userId="47baa3bbc6fc3666" providerId="LiveId" clId="{7C156A5B-F17D-4848-BA2E-5917162B3434}" dt="2024-07-04T08:18:52.698" v="106" actId="931"/>
          <ac:spMkLst>
            <pc:docMk/>
            <pc:sldMk cId="3703243122" sldId="261"/>
            <ac:spMk id="3" creationId="{85D1B8DE-B716-E9A3-1CEC-B774B63A610A}"/>
          </ac:spMkLst>
        </pc:spChg>
        <pc:spChg chg="add del mod">
          <ac:chgData name="josekutty shoby" userId="47baa3bbc6fc3666" providerId="LiveId" clId="{7C156A5B-F17D-4848-BA2E-5917162B3434}" dt="2024-07-04T08:22:32.991" v="110" actId="931"/>
          <ac:spMkLst>
            <pc:docMk/>
            <pc:sldMk cId="3703243122" sldId="261"/>
            <ac:spMk id="7" creationId="{7D55E14A-F917-07D3-E309-448AE6EE1B77}"/>
          </ac:spMkLst>
        </pc:spChg>
        <pc:spChg chg="add del mod">
          <ac:chgData name="josekutty shoby" userId="47baa3bbc6fc3666" providerId="LiveId" clId="{7C156A5B-F17D-4848-BA2E-5917162B3434}" dt="2024-07-04T08:25:03.443" v="120" actId="931"/>
          <ac:spMkLst>
            <pc:docMk/>
            <pc:sldMk cId="3703243122" sldId="261"/>
            <ac:spMk id="11" creationId="{9F512D7B-AF66-2CE2-875A-339D158476EA}"/>
          </ac:spMkLst>
        </pc:spChg>
        <pc:spChg chg="add del mod">
          <ac:chgData name="josekutty shoby" userId="47baa3bbc6fc3666" providerId="LiveId" clId="{7C156A5B-F17D-4848-BA2E-5917162B3434}" dt="2024-07-04T08:30:28.913" v="158" actId="931"/>
          <ac:spMkLst>
            <pc:docMk/>
            <pc:sldMk cId="3703243122" sldId="261"/>
            <ac:spMk id="15" creationId="{F9110861-EA9E-F6F6-0E62-54EB43290994}"/>
          </ac:spMkLst>
        </pc:spChg>
        <pc:picChg chg="add del mod">
          <ac:chgData name="josekutty shoby" userId="47baa3bbc6fc3666" providerId="LiveId" clId="{7C156A5B-F17D-4848-BA2E-5917162B3434}" dt="2024-07-04T08:19:16.769" v="109" actId="21"/>
          <ac:picMkLst>
            <pc:docMk/>
            <pc:sldMk cId="3703243122" sldId="261"/>
            <ac:picMk id="5" creationId="{C0E14805-A0B6-8AE9-6842-B3D0452AE26C}"/>
          </ac:picMkLst>
        </pc:picChg>
        <pc:picChg chg="add del mod">
          <ac:chgData name="josekutty shoby" userId="47baa3bbc6fc3666" providerId="LiveId" clId="{7C156A5B-F17D-4848-BA2E-5917162B3434}" dt="2024-07-04T08:23:19.695" v="119" actId="21"/>
          <ac:picMkLst>
            <pc:docMk/>
            <pc:sldMk cId="3703243122" sldId="261"/>
            <ac:picMk id="9" creationId="{7DEFBF62-AD43-A002-B455-4186E99BF6C7}"/>
          </ac:picMkLst>
        </pc:picChg>
        <pc:picChg chg="add del mod">
          <ac:chgData name="josekutty shoby" userId="47baa3bbc6fc3666" providerId="LiveId" clId="{7C156A5B-F17D-4848-BA2E-5917162B3434}" dt="2024-07-04T08:29:35.116" v="139" actId="478"/>
          <ac:picMkLst>
            <pc:docMk/>
            <pc:sldMk cId="3703243122" sldId="261"/>
            <ac:picMk id="13" creationId="{D56AFCB6-C344-EA9B-6D96-4BC30231EE90}"/>
          </ac:picMkLst>
        </pc:picChg>
        <pc:picChg chg="add mod">
          <ac:chgData name="josekutty shoby" userId="47baa3bbc6fc3666" providerId="LiveId" clId="{7C156A5B-F17D-4848-BA2E-5917162B3434}" dt="2024-07-04T08:30:56.724" v="164" actId="14100"/>
          <ac:picMkLst>
            <pc:docMk/>
            <pc:sldMk cId="3703243122" sldId="261"/>
            <ac:picMk id="17" creationId="{11CC2CF3-FA3B-382D-3C07-2A9BF6F2523A}"/>
          </ac:picMkLst>
        </pc:picChg>
      </pc:sldChg>
      <pc:sldChg chg="addSp delSp modSp new mod">
        <pc:chgData name="josekutty shoby" userId="47baa3bbc6fc3666" providerId="LiveId" clId="{7C156A5B-F17D-4848-BA2E-5917162B3434}" dt="2024-07-04T08:32:32.779" v="189" actId="14100"/>
        <pc:sldMkLst>
          <pc:docMk/>
          <pc:sldMk cId="10974225" sldId="262"/>
        </pc:sldMkLst>
        <pc:spChg chg="mod">
          <ac:chgData name="josekutty shoby" userId="47baa3bbc6fc3666" providerId="LiveId" clId="{7C156A5B-F17D-4848-BA2E-5917162B3434}" dt="2024-07-04T08:31:53.184" v="183" actId="20577"/>
          <ac:spMkLst>
            <pc:docMk/>
            <pc:sldMk cId="10974225" sldId="262"/>
            <ac:spMk id="2" creationId="{22FF562C-F7E4-72D9-9993-0AFABCE8606B}"/>
          </ac:spMkLst>
        </pc:spChg>
        <pc:spChg chg="del">
          <ac:chgData name="josekutty shoby" userId="47baa3bbc6fc3666" providerId="LiveId" clId="{7C156A5B-F17D-4848-BA2E-5917162B3434}" dt="2024-07-04T08:27:58.410" v="129" actId="931"/>
          <ac:spMkLst>
            <pc:docMk/>
            <pc:sldMk cId="10974225" sldId="262"/>
            <ac:spMk id="3" creationId="{7BCE38AE-B90B-BB09-FC71-2A04488B02F6}"/>
          </ac:spMkLst>
        </pc:spChg>
        <pc:spChg chg="add del mod">
          <ac:chgData name="josekutty shoby" userId="47baa3bbc6fc3666" providerId="LiveId" clId="{7C156A5B-F17D-4848-BA2E-5917162B3434}" dt="2024-07-04T08:32:13.752" v="184" actId="931"/>
          <ac:spMkLst>
            <pc:docMk/>
            <pc:sldMk cId="10974225" sldId="262"/>
            <ac:spMk id="7" creationId="{EE2819FA-6A37-4C7E-E0BB-5AD0A0741922}"/>
          </ac:spMkLst>
        </pc:spChg>
        <pc:picChg chg="add del mod">
          <ac:chgData name="josekutty shoby" userId="47baa3bbc6fc3666" providerId="LiveId" clId="{7C156A5B-F17D-4848-BA2E-5917162B3434}" dt="2024-07-04T08:31:23.525" v="165" actId="478"/>
          <ac:picMkLst>
            <pc:docMk/>
            <pc:sldMk cId="10974225" sldId="262"/>
            <ac:picMk id="5" creationId="{876D7F3C-A124-443B-E62D-85D292154B19}"/>
          </ac:picMkLst>
        </pc:picChg>
        <pc:picChg chg="add mod">
          <ac:chgData name="josekutty shoby" userId="47baa3bbc6fc3666" providerId="LiveId" clId="{7C156A5B-F17D-4848-BA2E-5917162B3434}" dt="2024-07-04T08:32:32.779" v="189" actId="14100"/>
          <ac:picMkLst>
            <pc:docMk/>
            <pc:sldMk cId="10974225" sldId="262"/>
            <ac:picMk id="9" creationId="{7CE7C291-CFB8-EA3A-B9D9-9071354A2B20}"/>
          </ac:picMkLst>
        </pc:picChg>
      </pc:sldChg>
      <pc:sldChg chg="addSp delSp modSp new mod">
        <pc:chgData name="josekutty shoby" userId="47baa3bbc6fc3666" providerId="LiveId" clId="{7C156A5B-F17D-4848-BA2E-5917162B3434}" dt="2024-07-04T08:33:16.940" v="202" actId="14100"/>
        <pc:sldMkLst>
          <pc:docMk/>
          <pc:sldMk cId="1598341383" sldId="263"/>
        </pc:sldMkLst>
        <pc:spChg chg="mod">
          <ac:chgData name="josekutty shoby" userId="47baa3bbc6fc3666" providerId="LiveId" clId="{7C156A5B-F17D-4848-BA2E-5917162B3434}" dt="2024-07-04T08:32:57.623" v="199" actId="20577"/>
          <ac:spMkLst>
            <pc:docMk/>
            <pc:sldMk cId="1598341383" sldId="263"/>
            <ac:spMk id="2" creationId="{DD4FDEC6-A214-9CCA-B2F5-9547C198B748}"/>
          </ac:spMkLst>
        </pc:spChg>
        <pc:spChg chg="del">
          <ac:chgData name="josekutty shoby" userId="47baa3bbc6fc3666" providerId="LiveId" clId="{7C156A5B-F17D-4848-BA2E-5917162B3434}" dt="2024-07-04T08:33:07.589" v="200" actId="931"/>
          <ac:spMkLst>
            <pc:docMk/>
            <pc:sldMk cId="1598341383" sldId="263"/>
            <ac:spMk id="3" creationId="{A0A08034-2449-49AA-482F-976B89B48ADD}"/>
          </ac:spMkLst>
        </pc:spChg>
        <pc:picChg chg="add mod">
          <ac:chgData name="josekutty shoby" userId="47baa3bbc6fc3666" providerId="LiveId" clId="{7C156A5B-F17D-4848-BA2E-5917162B3434}" dt="2024-07-04T08:33:16.940" v="202" actId="14100"/>
          <ac:picMkLst>
            <pc:docMk/>
            <pc:sldMk cId="1598341383" sldId="263"/>
            <ac:picMk id="5" creationId="{15CB34FE-DC48-F488-46B1-43A6451925DE}"/>
          </ac:picMkLst>
        </pc:picChg>
      </pc:sldChg>
      <pc:sldChg chg="addSp delSp modSp new mod">
        <pc:chgData name="josekutty shoby" userId="47baa3bbc6fc3666" providerId="LiveId" clId="{7C156A5B-F17D-4848-BA2E-5917162B3434}" dt="2024-07-04T08:34:18.953" v="213" actId="14100"/>
        <pc:sldMkLst>
          <pc:docMk/>
          <pc:sldMk cId="3759008032" sldId="264"/>
        </pc:sldMkLst>
        <pc:spChg chg="del">
          <ac:chgData name="josekutty shoby" userId="47baa3bbc6fc3666" providerId="LiveId" clId="{7C156A5B-F17D-4848-BA2E-5917162B3434}" dt="2024-07-04T08:33:41.874" v="204" actId="931"/>
          <ac:spMkLst>
            <pc:docMk/>
            <pc:sldMk cId="3759008032" sldId="264"/>
            <ac:spMk id="3" creationId="{2BFBE9FC-FA11-8923-F16E-1B26C52B1D74}"/>
          </ac:spMkLst>
        </pc:spChg>
        <pc:picChg chg="add mod">
          <ac:chgData name="josekutty shoby" userId="47baa3bbc6fc3666" providerId="LiveId" clId="{7C156A5B-F17D-4848-BA2E-5917162B3434}" dt="2024-07-04T08:34:18.953" v="213" actId="14100"/>
          <ac:picMkLst>
            <pc:docMk/>
            <pc:sldMk cId="3759008032" sldId="264"/>
            <ac:picMk id="5" creationId="{66BED491-9372-9C7D-3A3D-5D079949E292}"/>
          </ac:picMkLst>
        </pc:picChg>
      </pc:sldChg>
      <pc:sldChg chg="modSp new mod">
        <pc:chgData name="josekutty shoby" userId="47baa3bbc6fc3666" providerId="LiveId" clId="{7C156A5B-F17D-4848-BA2E-5917162B3434}" dt="2024-07-04T08:41:28.539" v="384" actId="20577"/>
        <pc:sldMkLst>
          <pc:docMk/>
          <pc:sldMk cId="196755896" sldId="265"/>
        </pc:sldMkLst>
        <pc:spChg chg="mod">
          <ac:chgData name="josekutty shoby" userId="47baa3bbc6fc3666" providerId="LiveId" clId="{7C156A5B-F17D-4848-BA2E-5917162B3434}" dt="2024-07-04T08:36:20.549" v="252" actId="20577"/>
          <ac:spMkLst>
            <pc:docMk/>
            <pc:sldMk cId="196755896" sldId="265"/>
            <ac:spMk id="2" creationId="{9A9DADEF-8E0B-13CA-9FF8-B4E0C3476D07}"/>
          </ac:spMkLst>
        </pc:spChg>
        <pc:spChg chg="mod">
          <ac:chgData name="josekutty shoby" userId="47baa3bbc6fc3666" providerId="LiveId" clId="{7C156A5B-F17D-4848-BA2E-5917162B3434}" dt="2024-07-04T08:41:28.539" v="384" actId="20577"/>
          <ac:spMkLst>
            <pc:docMk/>
            <pc:sldMk cId="196755896" sldId="265"/>
            <ac:spMk id="3" creationId="{E1A37602-381D-A317-616D-295F80D17AF4}"/>
          </ac:spMkLst>
        </pc:spChg>
      </pc:sldChg>
      <pc:sldChg chg="modSp new del mod">
        <pc:chgData name="josekutty shoby" userId="47baa3bbc6fc3666" providerId="LiveId" clId="{7C156A5B-F17D-4848-BA2E-5917162B3434}" dt="2024-07-04T08:35:46.169" v="235" actId="2696"/>
        <pc:sldMkLst>
          <pc:docMk/>
          <pc:sldMk cId="1876884927" sldId="265"/>
        </pc:sldMkLst>
        <pc:spChg chg="mod">
          <ac:chgData name="josekutty shoby" userId="47baa3bbc6fc3666" providerId="LiveId" clId="{7C156A5B-F17D-4848-BA2E-5917162B3434}" dt="2024-07-04T08:35:21.274" v="234" actId="20577"/>
          <ac:spMkLst>
            <pc:docMk/>
            <pc:sldMk cId="1876884927" sldId="265"/>
            <ac:spMk id="2" creationId="{E805E4C3-F6D7-243F-A4C2-FA01E8A3A3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4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8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3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8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67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41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4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9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47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45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7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3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72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4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8E8FF80-A4F0-4613-B030-74E8E1112057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7B3651C-0C62-4691-8946-7E9D3798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34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5590-ACF7-F1C4-B3E5-C5279D1B75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Consolas" panose="020B0609020204030204" pitchFamily="49" charset="0"/>
              </a:rPr>
              <a:t>MINI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8EB6F-F7BA-8CD8-B69D-44F3E929BF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46010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78F2-1F61-A7DD-6451-48353C86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Topic  -  Online Debate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6B04-CA58-EBCE-51B7-076669365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 Team Members</a:t>
            </a:r>
          </a:p>
          <a:p>
            <a:pPr marL="0" indent="0">
              <a:buNone/>
            </a:pPr>
            <a:r>
              <a:rPr lang="en-US" dirty="0"/>
              <a:t>Josekutty Shoby ,Ben Paul Wilson ,Adarsh S Pallattu</a:t>
            </a:r>
          </a:p>
          <a:p>
            <a:pPr marL="0" indent="0">
              <a:buNone/>
            </a:pPr>
            <a:r>
              <a:rPr lang="en-US" u="sng" dirty="0"/>
              <a:t>Team Guide</a:t>
            </a:r>
          </a:p>
          <a:p>
            <a:pPr marL="0" indent="0">
              <a:buNone/>
            </a:pPr>
            <a:r>
              <a:rPr lang="en-US" dirty="0"/>
              <a:t>Dr Jestin Joy</a:t>
            </a:r>
            <a:r>
              <a:rPr lang="en-US" u="sng" dirty="0"/>
              <a:t>     </a:t>
            </a:r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22712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EC4B-6988-EDBC-3984-5C011C52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6874-8659-6698-14B2-7D2A9B26C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2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2406-6597-29C8-87FA-ECECCFD4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88BEA-E1D8-9873-273F-2AB486A0D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9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F390-7C0B-F214-7EC9-7EF89C4B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1B430-0847-FFC9-B5B7-F77DF4248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40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821A-379F-2C3D-1E89-725E1870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SCHEMA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1CC2CF3-FA3B-382D-3C07-2A9BF6F25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29" y="1907458"/>
            <a:ext cx="8947355" cy="4159045"/>
          </a:xfrm>
        </p:spPr>
      </p:pic>
    </p:spTree>
    <p:extLst>
      <p:ext uri="{BB962C8B-B14F-4D97-AF65-F5344CB8AC3E}">
        <p14:creationId xmlns:p14="http://schemas.microsoft.com/office/powerpoint/2010/main" val="370324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562C-F7E4-72D9-9993-0AFABCE8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USECASE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CE7C291-CFB8-EA3A-B9D9-9071354A2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45" y="1818969"/>
            <a:ext cx="5515897" cy="4227870"/>
          </a:xfrm>
        </p:spPr>
      </p:pic>
    </p:spTree>
    <p:extLst>
      <p:ext uri="{BB962C8B-B14F-4D97-AF65-F5344CB8AC3E}">
        <p14:creationId xmlns:p14="http://schemas.microsoft.com/office/powerpoint/2010/main" val="1097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DEC6-A214-9CCA-B2F5-9547C198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DFD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B34FE-DC48-F488-46B1-43A645192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13" y="1661653"/>
            <a:ext cx="6858000" cy="3942734"/>
          </a:xfrm>
        </p:spPr>
      </p:pic>
    </p:spTree>
    <p:extLst>
      <p:ext uri="{BB962C8B-B14F-4D97-AF65-F5344CB8AC3E}">
        <p14:creationId xmlns:p14="http://schemas.microsoft.com/office/powerpoint/2010/main" val="1598341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E41D-B38A-D3B9-A88D-2CB4EC984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ED491-9372-9C7D-3A3D-5D079949E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613" y="344129"/>
            <a:ext cx="7885471" cy="5712542"/>
          </a:xfrm>
        </p:spPr>
      </p:pic>
    </p:spTree>
    <p:extLst>
      <p:ext uri="{BB962C8B-B14F-4D97-AF65-F5344CB8AC3E}">
        <p14:creationId xmlns:p14="http://schemas.microsoft.com/office/powerpoint/2010/main" val="3759008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ADEF-8E0B-13CA-9FF8-B4E0C347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37602-381D-A317-616D-295F80D1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6" y="2475271"/>
            <a:ext cx="10221501" cy="348061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Font Ent</a:t>
            </a:r>
          </a:p>
          <a:p>
            <a:pPr marL="0" indent="0">
              <a:buNone/>
            </a:pPr>
            <a:r>
              <a:rPr lang="en-US" dirty="0"/>
              <a:t>HTML</a:t>
            </a:r>
          </a:p>
          <a:p>
            <a:pPr marL="0" indent="0">
              <a:buNone/>
            </a:pPr>
            <a:r>
              <a:rPr lang="en-US" dirty="0"/>
              <a:t>CSS</a:t>
            </a:r>
          </a:p>
          <a:p>
            <a:pPr marL="0" indent="0">
              <a:buNone/>
            </a:pPr>
            <a:r>
              <a:rPr lang="en-US" dirty="0"/>
              <a:t>JavaScript</a:t>
            </a:r>
          </a:p>
          <a:p>
            <a:pPr marL="0" indent="0">
              <a:buNone/>
            </a:pPr>
            <a:r>
              <a:rPr lang="en-US" u="sng" dirty="0"/>
              <a:t>Back Ent</a:t>
            </a:r>
          </a:p>
          <a:p>
            <a:pPr marL="0" indent="0">
              <a:buNone/>
            </a:pPr>
            <a:r>
              <a:rPr lang="en-US" dirty="0" err="1"/>
              <a:t>sql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5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41</TotalTime>
  <Words>50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Consolas</vt:lpstr>
      <vt:lpstr>Mesh</vt:lpstr>
      <vt:lpstr>MINI PROJECT</vt:lpstr>
      <vt:lpstr>Project Topic  -  Online Debate Room</vt:lpstr>
      <vt:lpstr>PROBLEM STATEMENT</vt:lpstr>
      <vt:lpstr>PROPOSED SYSTEM</vt:lpstr>
      <vt:lpstr>FEATURES OF PROPOSED SYSTEM</vt:lpstr>
      <vt:lpstr>DATABASE SCHEMA</vt:lpstr>
      <vt:lpstr>USECASE DIAGRAM</vt:lpstr>
      <vt:lpstr>DFD</vt:lpstr>
      <vt:lpstr>PowerPoint Presentation</vt:lpstr>
      <vt:lpstr>IMPLEMENTATIONS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dc:creator>josekutty shoby</dc:creator>
  <cp:lastModifiedBy>josekutty shoby</cp:lastModifiedBy>
  <cp:revision>1</cp:revision>
  <dcterms:created xsi:type="dcterms:W3CDTF">2024-07-03T06:02:26Z</dcterms:created>
  <dcterms:modified xsi:type="dcterms:W3CDTF">2024-07-06T01:53:05Z</dcterms:modified>
</cp:coreProperties>
</file>